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2"/>
  </p:normalViewPr>
  <p:slideViewPr>
    <p:cSldViewPr snapToGrid="0">
      <p:cViewPr varScale="1">
        <p:scale>
          <a:sx n="88" d="100"/>
          <a:sy n="88" d="100"/>
        </p:scale>
        <p:origin x="20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9CBF-BC73-B3B5-490D-9A1BFF606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29B8E-A801-2BF4-E1A9-6C4C7961E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C1CB6-C0C4-D472-DFE9-81547B42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83ED6-6004-32DF-86F4-153A8071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5AD77-7533-5E20-5C7E-843D9FB9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3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9147-6064-78F0-45D9-0D7B879B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28229-78C7-313D-5639-9026E0F7C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5468-0B61-EE65-32A5-1772602B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48C7F-B91F-A275-C72E-FA212B37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B42F-9639-5FDF-E89B-3541572F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7D21-1257-CFAB-287D-85B763AE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3558B-5A70-7163-9D0B-F61496048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F9898-A23B-50AB-63AA-33CA0734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1EDD5-FF1D-C30C-6B32-33EF7FCA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F102D-FBF6-CDA2-5F9A-52DA0071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0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D017-7075-BA08-1A3C-CEEB3D74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49CC8-FAB2-CE88-763C-094C29C1A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1EF5A-333C-4D95-679F-825AA10B0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1B3B1-F6C7-D8AE-89E2-5E6C76C2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0C4AC-2B47-B406-E8CF-36BA6046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F89AD-4271-522C-2012-0696A384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46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E740-98BF-04DC-53A5-39A6EB4E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945AB-BA1E-6F0A-CD4D-0A825E661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1652C-AA79-4347-E9B6-273D9BA96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AFC77-A284-6BF7-B424-95ECB9B52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A48F1-D0AC-F34D-07B6-ED7D70A98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3EBE51-643A-1574-0D54-37CA5EEC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71132-2B64-2081-1A72-5B6354B4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19F43-F64C-7A7F-3977-4222F6F4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6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1DAB-5489-7071-2F24-79C7C949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7DDCD-5D6F-7CED-C1E1-43AB19FD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B319B-6A5A-41A9-71D4-97FC2A2A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12B1B-749F-EB9B-DB40-95B785CA1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0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65A62-52AD-3814-616F-2D1C0722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22396-CA20-46D8-5852-070B94BE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14295-354F-2334-EE52-7F8E4F7A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2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A4B2-19B5-19C5-8835-F1CC747A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200D8-D336-7D90-354E-747D24F91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48BA1-2EE0-08F0-1970-D768D0610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CB209-2519-D3E3-9691-5B548707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9AF3A-BFE4-F44F-649F-1B9F2B1A3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687DE-1184-D752-DCC7-0BDEE5EC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8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4E473-2291-C799-8584-FFF5EC08C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16D38-207A-3825-58F1-E55EAA0EF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9F186-78EC-65F2-D04E-5C9ED9972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3EB5A-804C-4B49-E73B-17A49CB07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D1F84-C029-C176-AC27-5687340D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4C8B1-EEE8-439E-A1C5-2D32F076A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8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1720-2A22-58C8-007F-B2ECB764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4F664-F692-8A00-EAEF-9C69434F1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777D6-76CE-041F-6F7A-4B76384D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90821-D614-E1BF-2F13-6F613607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55374-9D62-3E5B-6281-032ECEE6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76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03A91-4C28-BE40-50D7-0AFE46D93F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019B6-C164-2FF9-B1BE-17627F24B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E87BA-CAC2-EA9C-5B6A-4FE8CD49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CF0E4-7211-BE1A-2D03-B8091F72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A6792-64D5-A47D-6A3B-939D6D35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7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5D90B9-47E7-2B65-A6A8-C44CBB76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6BFD9-C723-74DA-5750-4D8B4CB4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1BBED-9F37-9AA4-8A21-849B5474B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36414-EE45-B54B-9C1C-A35DB647F17C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B6AED-C1F6-C84C-3CB9-E150A9CEF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A63AA-CE86-62EB-7F8F-113CA4E12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B1D8B-A40D-4445-ACFC-D2F625FB2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8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AA3F0AB-7B4D-8BE5-274F-64A824EBBB7F}"/>
              </a:ext>
            </a:extLst>
          </p:cNvPr>
          <p:cNvSpPr txBox="1"/>
          <p:nvPr/>
        </p:nvSpPr>
        <p:spPr>
          <a:xfrm>
            <a:off x="3853250" y="309093"/>
            <a:ext cx="3850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Example of Evaluation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C9824-8BA8-67C6-55B6-0CBEADFA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41" y="1060676"/>
            <a:ext cx="7772400" cy="11634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37D1F3-480D-BD3D-ADAB-064DBD3E6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191" y="3179348"/>
            <a:ext cx="4914900" cy="1028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B9094C-BC9F-764F-0803-6CCE88B47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591" y="5163259"/>
            <a:ext cx="2324100" cy="901700"/>
          </a:xfrm>
          <a:prstGeom prst="rect">
            <a:avLst/>
          </a:prstGeom>
        </p:spPr>
      </p:pic>
      <p:sp>
        <p:nvSpPr>
          <p:cNvPr id="17" name="Down Arrow 16">
            <a:extLst>
              <a:ext uri="{FF2B5EF4-FFF2-40B4-BE49-F238E27FC236}">
                <a16:creationId xmlns:a16="http://schemas.microsoft.com/office/drawing/2014/main" id="{BE32E5CF-0558-5071-DD2C-9983CF7719F1}"/>
              </a:ext>
            </a:extLst>
          </p:cNvPr>
          <p:cNvSpPr/>
          <p:nvPr/>
        </p:nvSpPr>
        <p:spPr>
          <a:xfrm>
            <a:off x="5564510" y="2318729"/>
            <a:ext cx="428263" cy="76602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3013B1C7-8741-6726-F5D8-F47024629574}"/>
              </a:ext>
            </a:extLst>
          </p:cNvPr>
          <p:cNvSpPr/>
          <p:nvPr/>
        </p:nvSpPr>
        <p:spPr>
          <a:xfrm>
            <a:off x="5564510" y="4302640"/>
            <a:ext cx="428263" cy="76602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7DCDF51E-DA48-F441-464E-A09A420FB3C3}"/>
              </a:ext>
            </a:extLst>
          </p:cNvPr>
          <p:cNvSpPr/>
          <p:nvPr/>
        </p:nvSpPr>
        <p:spPr>
          <a:xfrm rot="5400000">
            <a:off x="10008692" y="1294711"/>
            <a:ext cx="581732" cy="1277123"/>
          </a:xfrm>
          <a:prstGeom prst="downArrow">
            <a:avLst>
              <a:gd name="adj1" fmla="val 50000"/>
              <a:gd name="adj2" fmla="val 67465"/>
            </a:avLst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wrap="square" lIns="0" tIns="0" rIns="0" bIns="0" rtlCol="0" anchor="ctr">
            <a:normAutofit fontScale="62500" lnSpcReduction="20000"/>
          </a:bodyPr>
          <a:lstStyle/>
          <a:p>
            <a:pPr algn="ctr"/>
            <a:r>
              <a:rPr lang="en-US" sz="1800" dirty="0"/>
              <a:t>Only an exact match counts</a:t>
            </a:r>
          </a:p>
        </p:txBody>
      </p:sp>
    </p:spTree>
    <p:extLst>
      <p:ext uri="{BB962C8B-B14F-4D97-AF65-F5344CB8AC3E}">
        <p14:creationId xmlns:p14="http://schemas.microsoft.com/office/powerpoint/2010/main" val="2151488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Dornelles</dc:creator>
  <cp:lastModifiedBy>Rodrigo Dornelles</cp:lastModifiedBy>
  <cp:revision>2</cp:revision>
  <dcterms:created xsi:type="dcterms:W3CDTF">2025-04-28T10:26:16Z</dcterms:created>
  <dcterms:modified xsi:type="dcterms:W3CDTF">2025-04-28T10:58:04Z</dcterms:modified>
</cp:coreProperties>
</file>